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961FC0-9881-411A-92DD-1511E26BEECC}" v="1" dt="2026-04-16T04:16:42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kshit Chaudhary" userId="b279e8d28762d507" providerId="LiveId" clId="{7F6B2246-73CA-484C-AACA-040D5E98D144}"/>
    <pc:docChg chg="undo custSel addSld delSld modSld sldOrd">
      <pc:chgData name="Dikshit Chaudhary" userId="b279e8d28762d507" providerId="LiveId" clId="{7F6B2246-73CA-484C-AACA-040D5E98D144}" dt="2026-04-16T04:17:50.323" v="99" actId="1076"/>
      <pc:docMkLst>
        <pc:docMk/>
      </pc:docMkLst>
      <pc:sldChg chg="addSp modSp mod">
        <pc:chgData name="Dikshit Chaudhary" userId="b279e8d28762d507" providerId="LiveId" clId="{7F6B2246-73CA-484C-AACA-040D5E98D144}" dt="2026-04-16T04:17:50.323" v="99" actId="1076"/>
        <pc:sldMkLst>
          <pc:docMk/>
          <pc:sldMk cId="1169048668" sldId="256"/>
        </pc:sldMkLst>
        <pc:spChg chg="add mod">
          <ac:chgData name="Dikshit Chaudhary" userId="b279e8d28762d507" providerId="LiveId" clId="{7F6B2246-73CA-484C-AACA-040D5E98D144}" dt="2026-04-16T04:17:50.323" v="99" actId="1076"/>
          <ac:spMkLst>
            <pc:docMk/>
            <pc:sldMk cId="1169048668" sldId="256"/>
            <ac:spMk id="2" creationId="{5DAB8C86-6446-9378-651F-EF879E05DA7B}"/>
          </ac:spMkLst>
        </pc:spChg>
        <pc:spChg chg="mod">
          <ac:chgData name="Dikshit Chaudhary" userId="b279e8d28762d507" providerId="LiveId" clId="{7F6B2246-73CA-484C-AACA-040D5E98D144}" dt="2026-04-16T02:51:27.726" v="61" actId="20577"/>
          <ac:spMkLst>
            <pc:docMk/>
            <pc:sldMk cId="1169048668" sldId="256"/>
            <ac:spMk id="5" creationId="{36F62342-0CCF-2788-3F05-8ACD4890D889}"/>
          </ac:spMkLst>
        </pc:spChg>
      </pc:sldChg>
      <pc:sldChg chg="addSp delSp modSp new mod ord">
        <pc:chgData name="Dikshit Chaudhary" userId="b279e8d28762d507" providerId="LiveId" clId="{7F6B2246-73CA-484C-AACA-040D5E98D144}" dt="2026-04-16T02:51:11.889" v="60" actId="14100"/>
        <pc:sldMkLst>
          <pc:docMk/>
          <pc:sldMk cId="3169409555" sldId="269"/>
        </pc:sldMkLst>
        <pc:spChg chg="del">
          <ac:chgData name="Dikshit Chaudhary" userId="b279e8d28762d507" providerId="LiveId" clId="{7F6B2246-73CA-484C-AACA-040D5E98D144}" dt="2026-04-16T02:49:12.514" v="47" actId="931"/>
          <ac:spMkLst>
            <pc:docMk/>
            <pc:sldMk cId="3169409555" sldId="269"/>
            <ac:spMk id="3" creationId="{A1B962F7-A602-B311-1ABC-69E3AC21468E}"/>
          </ac:spMkLst>
        </pc:spChg>
        <pc:picChg chg="add mod ord modCrop">
          <ac:chgData name="Dikshit Chaudhary" userId="b279e8d28762d507" providerId="LiveId" clId="{7F6B2246-73CA-484C-AACA-040D5E98D144}" dt="2026-04-16T02:51:11.889" v="60" actId="14100"/>
          <ac:picMkLst>
            <pc:docMk/>
            <pc:sldMk cId="3169409555" sldId="269"/>
            <ac:picMk id="5" creationId="{25B7448D-9B2F-6E91-F50A-9927C4255586}"/>
          </ac:picMkLst>
        </pc:picChg>
      </pc:sldChg>
      <pc:sldChg chg="addSp delSp modSp new mod">
        <pc:chgData name="Dikshit Chaudhary" userId="b279e8d28762d507" providerId="LiveId" clId="{7F6B2246-73CA-484C-AACA-040D5E98D144}" dt="2026-04-16T02:50:52.995" v="59" actId="14100"/>
        <pc:sldMkLst>
          <pc:docMk/>
          <pc:sldMk cId="1122525545" sldId="270"/>
        </pc:sldMkLst>
        <pc:spChg chg="del">
          <ac:chgData name="Dikshit Chaudhary" userId="b279e8d28762d507" providerId="LiveId" clId="{7F6B2246-73CA-484C-AACA-040D5E98D144}" dt="2026-04-16T02:50:32.434" v="56" actId="931"/>
          <ac:spMkLst>
            <pc:docMk/>
            <pc:sldMk cId="1122525545" sldId="270"/>
            <ac:spMk id="3" creationId="{285738AC-832F-392B-48F8-77E90B08C589}"/>
          </ac:spMkLst>
        </pc:spChg>
        <pc:picChg chg="add mod ord">
          <ac:chgData name="Dikshit Chaudhary" userId="b279e8d28762d507" providerId="LiveId" clId="{7F6B2246-73CA-484C-AACA-040D5E98D144}" dt="2026-04-16T02:50:52.995" v="59" actId="14100"/>
          <ac:picMkLst>
            <pc:docMk/>
            <pc:sldMk cId="1122525545" sldId="270"/>
            <ac:picMk id="5" creationId="{83EDD46A-E3C1-354E-53A1-2E7ECC22EA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3FB9-8315-4F70-6557-B3183B46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B7448D-9B2F-6E91-F50A-9927C4255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83" b="283"/>
          <a:stretch>
            <a:fillRect/>
          </a:stretch>
        </p:blipFill>
        <p:spPr>
          <a:xfrm>
            <a:off x="-1" y="-1090"/>
            <a:ext cx="12192001" cy="685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0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B48DDC-D305-4F44-910B-418BB84FF0A4}"/>
              </a:ext>
            </a:extLst>
          </p:cNvPr>
          <p:cNvSpPr txBox="1"/>
          <p:nvPr/>
        </p:nvSpPr>
        <p:spPr>
          <a:xfrm>
            <a:off x="2300747" y="2231922"/>
            <a:ext cx="90751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4200" dirty="0"/>
            </a:br>
            <a:r>
              <a:rPr lang="en-US" sz="4200" dirty="0"/>
              <a:t>Salary prediction using Machine learning</a:t>
            </a:r>
            <a:endParaRPr lang="en-IN" sz="4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62342-0CCF-2788-3F05-8ACD4890D889}"/>
              </a:ext>
            </a:extLst>
          </p:cNvPr>
          <p:cNvSpPr txBox="1"/>
          <p:nvPr/>
        </p:nvSpPr>
        <p:spPr>
          <a:xfrm>
            <a:off x="2300747" y="4463845"/>
            <a:ext cx="5791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PRESENTED BY :-</a:t>
            </a:r>
          </a:p>
          <a:p>
            <a:r>
              <a:rPr lang="en-US" sz="2400" dirty="0"/>
              <a:t>DIKSHIT CHAUDHARY</a:t>
            </a:r>
          </a:p>
          <a:p>
            <a:r>
              <a:rPr lang="en-IN" sz="2400" dirty="0"/>
              <a:t>DIVESH YADAV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AB8C86-6446-9378-651F-EF879E05DA7B}"/>
              </a:ext>
            </a:extLst>
          </p:cNvPr>
          <p:cNvSpPr txBox="1"/>
          <p:nvPr/>
        </p:nvSpPr>
        <p:spPr>
          <a:xfrm>
            <a:off x="7836309" y="4463845"/>
            <a:ext cx="473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ill Sans MT (Body)"/>
              </a:rPr>
              <a:t>COURSE :- B.TECH CSE IBM </a:t>
            </a:r>
            <a:endParaRPr lang="en-IN" sz="2400" dirty="0">
              <a:latin typeface="Gill Sans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1169048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4A0C-3201-5F41-45B6-B491CE5E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5F190-34AD-0A64-85BD-14A7C4B3E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Salary prediction is a real-world application of machine learning.</a:t>
            </a:r>
          </a:p>
          <a:p>
            <a:r>
              <a:rPr lang="en-US" dirty="0"/>
              <a:t>Companies analyze employee data to estimate salary.</a:t>
            </a:r>
          </a:p>
          <a:p>
            <a:r>
              <a:rPr lang="en-US" dirty="0"/>
              <a:t>Machine learning models can identify patterns in data.</a:t>
            </a:r>
          </a:p>
          <a:p>
            <a:r>
              <a:rPr lang="en-US" dirty="0"/>
              <a:t>These patterns help predict salary based on employee attributes.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97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BEB3-955E-250A-2188-D6D2DE2C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851A-3600-05C2-21C5-28C07FF13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employee salary using historical data.</a:t>
            </a:r>
          </a:p>
          <a:p>
            <a:r>
              <a:rPr lang="en-US" dirty="0"/>
              <a:t>Traditional analysis is time-consuming and less accurate.</a:t>
            </a:r>
          </a:p>
          <a:p>
            <a:r>
              <a:rPr lang="en-US" dirty="0"/>
              <a:t>Machine learning models can automate this process.</a:t>
            </a:r>
          </a:p>
          <a:p>
            <a:r>
              <a:rPr lang="en-US" dirty="0"/>
              <a:t>The goal is to build an accurate salary prediction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42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66EF-A337-F3FD-6C22-65FE9863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E1624-9563-804F-3FE6-9B7C6682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employee salary dataset.</a:t>
            </a:r>
          </a:p>
          <a:p>
            <a:r>
              <a:rPr lang="en-IN" dirty="0"/>
              <a:t>Perform data preprocessing.</a:t>
            </a:r>
          </a:p>
          <a:p>
            <a:r>
              <a:rPr lang="en-IN" dirty="0"/>
              <a:t>Train multiple regression models.</a:t>
            </a:r>
          </a:p>
          <a:p>
            <a:r>
              <a:rPr lang="en-IN" dirty="0"/>
              <a:t>Compare model performance.</a:t>
            </a:r>
          </a:p>
          <a:p>
            <a:r>
              <a:rPr lang="en-IN" dirty="0"/>
              <a:t>Predict employee salary using ML.</a:t>
            </a:r>
          </a:p>
        </p:txBody>
      </p:sp>
    </p:spTree>
    <p:extLst>
      <p:ext uri="{BB962C8B-B14F-4D97-AF65-F5344CB8AC3E}">
        <p14:creationId xmlns:p14="http://schemas.microsoft.com/office/powerpoint/2010/main" val="396388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AD5-AA25-80C8-25C9-268797D2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37E1-3C72-E469-2ECA-9BD8C66CD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Dataset features include:</a:t>
            </a:r>
          </a:p>
          <a:p>
            <a:r>
              <a:rPr lang="en-US" sz="1600" dirty="0"/>
              <a:t>Age</a:t>
            </a:r>
          </a:p>
          <a:p>
            <a:r>
              <a:rPr lang="en-US" sz="1600" dirty="0"/>
              <a:t>Gender</a:t>
            </a:r>
          </a:p>
          <a:p>
            <a:r>
              <a:rPr lang="en-US" sz="1600" dirty="0"/>
              <a:t>Degree</a:t>
            </a:r>
          </a:p>
          <a:p>
            <a:r>
              <a:rPr lang="en-US" sz="1600" dirty="0"/>
              <a:t>Job Title</a:t>
            </a:r>
          </a:p>
          <a:p>
            <a:r>
              <a:rPr lang="en-US" sz="1600" dirty="0"/>
              <a:t>Experience Year</a:t>
            </a:r>
          </a:p>
          <a:p>
            <a:r>
              <a:rPr lang="en-US" sz="1600" dirty="0"/>
              <a:t>Salary (Target Variable)</a:t>
            </a:r>
          </a:p>
          <a:p>
            <a:pPr marL="0" indent="0">
              <a:buNone/>
            </a:pPr>
            <a:r>
              <a:rPr lang="en-US" sz="1600" dirty="0"/>
              <a:t>These attributes help predict employee salary.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B66E7E-52F4-3F6A-B7D0-3167D632BB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2" t="24619" r="-238"/>
          <a:stretch>
            <a:fillRect/>
          </a:stretch>
        </p:blipFill>
        <p:spPr>
          <a:xfrm>
            <a:off x="5840360" y="2015732"/>
            <a:ext cx="6223821" cy="361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4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60B7-5C51-EF7B-81C5-7492B595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807AD-126C-B944-C4BC-7F40FD8B4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duplicate records.</a:t>
            </a:r>
          </a:p>
          <a:p>
            <a:r>
              <a:rPr lang="en-US" dirty="0"/>
              <a:t>Handled missing values.</a:t>
            </a:r>
          </a:p>
          <a:p>
            <a:r>
              <a:rPr lang="en-US" dirty="0"/>
              <a:t>Encoded categorical variables.</a:t>
            </a:r>
          </a:p>
          <a:p>
            <a:r>
              <a:rPr lang="en-US" dirty="0"/>
              <a:t>Applied feature scaling using </a:t>
            </a:r>
            <a:r>
              <a:rPr lang="en-US" dirty="0" err="1"/>
              <a:t>StandardScaler</a:t>
            </a:r>
            <a:r>
              <a:rPr lang="en-US" dirty="0"/>
              <a:t>.</a:t>
            </a:r>
          </a:p>
          <a:p>
            <a:r>
              <a:rPr lang="en-US" dirty="0"/>
              <a:t>Prepared dataset for model training.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12F6D-404B-D2C0-52C1-0305BD45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79" b="2479"/>
          <a:stretch>
            <a:fillRect/>
          </a:stretch>
        </p:blipFill>
        <p:spPr>
          <a:xfrm>
            <a:off x="6725264" y="2104223"/>
            <a:ext cx="5211097" cy="36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9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FB6D-F0F2-EE34-6436-2AECC260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FA7E5-AA3B-757B-44B3-7F46EA0D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Visualized data distribution.</a:t>
            </a:r>
          </a:p>
          <a:p>
            <a:r>
              <a:rPr lang="en-US" dirty="0"/>
              <a:t>Analyzed age distribution.</a:t>
            </a:r>
          </a:p>
          <a:p>
            <a:r>
              <a:rPr lang="en-US" dirty="0"/>
              <a:t>Analyzed gender distribution.</a:t>
            </a:r>
          </a:p>
          <a:p>
            <a:r>
              <a:rPr lang="en-US" dirty="0"/>
              <a:t>Examined degree distribution.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EDA helps understand patterns in data.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6FECA-C062-6355-18FF-E1EF16CD0B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5" t="19455" r="1369" b="1258"/>
          <a:stretch>
            <a:fillRect/>
          </a:stretch>
        </p:blipFill>
        <p:spPr>
          <a:xfrm>
            <a:off x="6096000" y="1946787"/>
            <a:ext cx="6017343" cy="410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2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66DC-39A4-7499-BE3C-8192F518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CORRELATION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D303B-1E72-7866-C426-2D2182E78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686640" cy="3450613"/>
          </a:xfrm>
        </p:spPr>
        <p:txBody>
          <a:bodyPr/>
          <a:lstStyle/>
          <a:p>
            <a:r>
              <a:rPr lang="en-US" dirty="0"/>
              <a:t>Correlation analysis identifies relationships between variables.</a:t>
            </a:r>
          </a:p>
          <a:p>
            <a:r>
              <a:rPr lang="en-US" dirty="0"/>
              <a:t>Heatmap visualization was used.</a:t>
            </a:r>
          </a:p>
          <a:p>
            <a:r>
              <a:rPr lang="en-US" dirty="0"/>
              <a:t>Shows relationship between age, experience, and salary.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21689-0DB5-88D0-C87B-67B4C42B3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14" t="17321" r="2235" b="2220"/>
          <a:stretch>
            <a:fillRect/>
          </a:stretch>
        </p:blipFill>
        <p:spPr>
          <a:xfrm>
            <a:off x="6823586" y="2015732"/>
            <a:ext cx="5289756" cy="387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2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6A9F-86A1-5ED0-0F64-2C684828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MACHINE LEARNING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0814D-A436-DF4D-4FAE-7B75A7BEE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325737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Models used in this project:</a:t>
            </a:r>
          </a:p>
          <a:p>
            <a:r>
              <a:rPr lang="en-US" dirty="0"/>
              <a:t>Linear Regression</a:t>
            </a:r>
          </a:p>
          <a:p>
            <a:r>
              <a:rPr lang="en-US" dirty="0"/>
              <a:t>Decision Tree Regression</a:t>
            </a:r>
          </a:p>
          <a:p>
            <a:r>
              <a:rPr lang="en-US" dirty="0"/>
              <a:t>Random Forest Regression</a:t>
            </a:r>
          </a:p>
          <a:p>
            <a:pPr marL="0" indent="0">
              <a:buNone/>
            </a:pPr>
            <a:r>
              <a:rPr lang="en-US" dirty="0"/>
              <a:t>These models were trained and tested using the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93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30E4-5B80-DD24-B18B-4F4E69ED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MODEL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E6300-3D77-4958-548A-2F400A4A0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834124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Models were evaluated using:</a:t>
            </a:r>
          </a:p>
          <a:p>
            <a:r>
              <a:rPr lang="en-US" dirty="0"/>
              <a:t>R² Score</a:t>
            </a:r>
          </a:p>
          <a:p>
            <a:r>
              <a:rPr lang="en-US" dirty="0"/>
              <a:t>Mean Absolute Error (MAE)</a:t>
            </a:r>
          </a:p>
          <a:p>
            <a:r>
              <a:rPr lang="en-US" dirty="0"/>
              <a:t>Root Mean Squared Error (RMSE)</a:t>
            </a:r>
          </a:p>
          <a:p>
            <a:pPr marL="0" indent="0">
              <a:buNone/>
            </a:pPr>
            <a:r>
              <a:rPr lang="en-US" dirty="0"/>
              <a:t>These metrics help determine the best model.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72CFA-4B22-B383-285B-CEB5AE361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223" y="2165555"/>
            <a:ext cx="5537300" cy="252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27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7697-25B3-F40C-061E-0DBFFD13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MODEL COMPARISON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99A10-E72A-B60D-3F86-19C7B1FAC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578486" cy="3450613"/>
          </a:xfrm>
        </p:spPr>
        <p:txBody>
          <a:bodyPr/>
          <a:lstStyle/>
          <a:p>
            <a:r>
              <a:rPr lang="en-US" dirty="0"/>
              <a:t>Performance of all models was compared.</a:t>
            </a:r>
          </a:p>
          <a:p>
            <a:r>
              <a:rPr lang="en-US" dirty="0"/>
              <a:t>Random Forest showed better accuracy.</a:t>
            </a:r>
          </a:p>
          <a:p>
            <a:r>
              <a:rPr lang="en-US" dirty="0"/>
              <a:t>It captured complex relationships in the data.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C7A49-CA6D-A0B9-0AAE-AEBB40078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5" t="2737"/>
          <a:stretch>
            <a:fillRect/>
          </a:stretch>
        </p:blipFill>
        <p:spPr>
          <a:xfrm>
            <a:off x="6597444" y="1946855"/>
            <a:ext cx="5372989" cy="410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7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CABE-9A86-7B94-1A31-69EFD5D2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RREDICTION 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AFD1-0837-283C-F7B9-9329B0BB6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4644420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input:</a:t>
            </a:r>
          </a:p>
          <a:p>
            <a:r>
              <a:rPr lang="en-US" dirty="0"/>
              <a:t>Age = 49</a:t>
            </a:r>
          </a:p>
          <a:p>
            <a:r>
              <a:rPr lang="en-US" dirty="0"/>
              <a:t>Gender = Male</a:t>
            </a:r>
          </a:p>
          <a:p>
            <a:r>
              <a:rPr lang="en-US" dirty="0"/>
              <a:t>Degree = Master</a:t>
            </a:r>
          </a:p>
          <a:p>
            <a:r>
              <a:rPr lang="en-US" dirty="0"/>
              <a:t>Experience = 15 years</a:t>
            </a:r>
          </a:p>
          <a:p>
            <a:pPr marL="0" indent="0">
              <a:buNone/>
            </a:pPr>
            <a:r>
              <a:rPr lang="en-US" dirty="0"/>
              <a:t>The trained model predicts the salary based on these inputs.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4E4DA-1E25-188F-2643-1C230B52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4" t="819" r="9723"/>
          <a:stretch>
            <a:fillRect/>
          </a:stretch>
        </p:blipFill>
        <p:spPr>
          <a:xfrm>
            <a:off x="6253216" y="2104103"/>
            <a:ext cx="5791201" cy="351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66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1035-7F8A-1AB4-B282-93EF887B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FE46F-C55D-0E1F-38C0-82E294F3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6286408" cy="3450613"/>
          </a:xfrm>
        </p:spPr>
        <p:txBody>
          <a:bodyPr/>
          <a:lstStyle/>
          <a:p>
            <a:r>
              <a:rPr lang="en-US" dirty="0"/>
              <a:t>Machine learning models can predict employee salary.</a:t>
            </a:r>
          </a:p>
          <a:p>
            <a:r>
              <a:rPr lang="en-US" dirty="0"/>
              <a:t>Random Forest performed best in this project.</a:t>
            </a:r>
          </a:p>
          <a:p>
            <a:r>
              <a:rPr lang="en-US" dirty="0"/>
              <a:t>The project demonstrates real-world ML applications.</a:t>
            </a:r>
          </a:p>
          <a:p>
            <a:pPr marL="0" indent="0">
              <a:buNone/>
            </a:pPr>
            <a:r>
              <a:rPr lang="en-US" sz="2400" dirty="0"/>
              <a:t>Future Scope:</a:t>
            </a:r>
          </a:p>
          <a:p>
            <a:r>
              <a:rPr lang="en-US" dirty="0"/>
              <a:t>Add more features like skills and location.</a:t>
            </a:r>
          </a:p>
          <a:p>
            <a:r>
              <a:rPr lang="en-US" dirty="0"/>
              <a:t>Deploy model as a web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127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CD4D-DC91-0751-4DEC-77B56267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DD46A-E3C1-354E-53A1-2E7ECC22E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9" r="109"/>
          <a:stretch>
            <a:fillRect/>
          </a:stretch>
        </p:blipFill>
        <p:spPr>
          <a:xfrm>
            <a:off x="-36688" y="0"/>
            <a:ext cx="12228688" cy="687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255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{5B8BA8C2-702E-4B20-9E68-C12CCBD20E13}TFc986dd65-aaf0-4d5c-bef9-9c391ee05f7b738e0fce-4a319d133af4</Template>
  <TotalTime>79</TotalTime>
  <Words>383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Gill Sans MT (Body)</vt:lpstr>
      <vt:lpstr>Gallery</vt:lpstr>
      <vt:lpstr>PowerPoint Presentation</vt:lpstr>
      <vt:lpstr>PowerPoint Presentation</vt:lpstr>
      <vt:lpstr> INTRODUCTION</vt:lpstr>
      <vt:lpstr> PROBLEM STATEMENT</vt:lpstr>
      <vt:lpstr> OBJECTIVES</vt:lpstr>
      <vt:lpstr> DATASET DESCRIPTION</vt:lpstr>
      <vt:lpstr> DATA PREPROCESSING</vt:lpstr>
      <vt:lpstr> EXPLORATORY DATA ANALYSIS</vt:lpstr>
      <vt:lpstr> CORRELATION ANALYSIS</vt:lpstr>
      <vt:lpstr> MACHINE LEARNING MODEL</vt:lpstr>
      <vt:lpstr> MODEL EVALUATION</vt:lpstr>
      <vt:lpstr> MODEL COMPARISON</vt:lpstr>
      <vt:lpstr> RREDICTION RESULT</vt:lpstr>
      <vt:lpstr>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Dikshit Chaudhary</dc:creator>
  <cp:lastModifiedBy>Dikshit Chaudhary</cp:lastModifiedBy>
  <cp:revision>1</cp:revision>
  <dcterms:created xsi:type="dcterms:W3CDTF">2026-03-12T13:20:03Z</dcterms:created>
  <dcterms:modified xsi:type="dcterms:W3CDTF">2026-04-16T04:18:00Z</dcterms:modified>
</cp:coreProperties>
</file>